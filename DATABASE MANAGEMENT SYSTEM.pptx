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GB"/>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130082219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3345320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GB"/>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1551904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0D6A381-BC08-461B-9BE4-C7ADC339CA8E}" type="datetimeFigureOut">
              <a:rPr lang="en-IN" smtClean="0"/>
              <a:t>19-02-2026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4149579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0D6A381-BC08-461B-9BE4-C7ADC339CA8E}" type="datetimeFigureOut">
              <a:rPr lang="en-IN" smtClean="0"/>
              <a:t>19-02-2026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2442849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0D6A381-BC08-461B-9BE4-C7ADC339CA8E}" type="datetimeFigureOut">
              <a:rPr lang="en-IN" smtClean="0"/>
              <a:t>19-02-2026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371974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70D6A381-BC08-461B-9BE4-C7ADC339CA8E}" type="datetimeFigureOut">
              <a:rPr lang="en-IN" smtClean="0"/>
              <a:t>19-02-2026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817045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0D6A381-BC08-461B-9BE4-C7ADC339CA8E}" type="datetimeFigureOut">
              <a:rPr lang="en-IN" smtClean="0"/>
              <a:t>19-02-2026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1512927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0D6A381-BC08-461B-9BE4-C7ADC339CA8E}" type="datetimeFigureOut">
              <a:rPr lang="en-IN" smtClean="0"/>
              <a:t>19-02-2026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256437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0D6A381-BC08-461B-9BE4-C7ADC339CA8E}" type="datetimeFigureOut">
              <a:rPr lang="en-IN" smtClean="0"/>
              <a:t>19-02-2026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3031134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2602134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1263408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1386578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1808432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1156287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GB"/>
              <a:t>Click to edit Master title style</a:t>
            </a:r>
            <a:endParaRPr lang="en-US" dirty="0"/>
          </a:p>
        </p:txBody>
      </p:sp>
    </p:spTree>
    <p:extLst>
      <p:ext uri="{BB962C8B-B14F-4D97-AF65-F5344CB8AC3E}">
        <p14:creationId xmlns:p14="http://schemas.microsoft.com/office/powerpoint/2010/main" val="507948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0D6A381-BC08-461B-9BE4-C7ADC339CA8E}"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01B5CD-B09F-4606-8ADC-007ADCF299B8}" type="slidenum">
              <a:rPr lang="en-IN" smtClean="0"/>
              <a:t>‹#›</a:t>
            </a:fld>
            <a:endParaRPr lang="en-IN"/>
          </a:p>
        </p:txBody>
      </p:sp>
    </p:spTree>
    <p:extLst>
      <p:ext uri="{BB962C8B-B14F-4D97-AF65-F5344CB8AC3E}">
        <p14:creationId xmlns:p14="http://schemas.microsoft.com/office/powerpoint/2010/main" val="3459450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D6A381-BC08-461B-9BE4-C7ADC339CA8E}" type="datetimeFigureOut">
              <a:rPr lang="en-IN" smtClean="0"/>
              <a:t>19-02-2026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01B5CD-B09F-4606-8ADC-007ADCF299B8}" type="slidenum">
              <a:rPr lang="en-IN" smtClean="0"/>
              <a:t>‹#›</a:t>
            </a:fld>
            <a:endParaRPr lang="en-IN"/>
          </a:p>
        </p:txBody>
      </p:sp>
    </p:spTree>
    <p:extLst>
      <p:ext uri="{BB962C8B-B14F-4D97-AF65-F5344CB8AC3E}">
        <p14:creationId xmlns:p14="http://schemas.microsoft.com/office/powerpoint/2010/main" val="35830260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4B99-1FC5-7ED9-9856-E24E0575473C}"/>
              </a:ext>
            </a:extLst>
          </p:cNvPr>
          <p:cNvSpPr>
            <a:spLocks noGrp="1"/>
          </p:cNvSpPr>
          <p:nvPr>
            <p:ph type="ctrTitle"/>
          </p:nvPr>
        </p:nvSpPr>
        <p:spPr>
          <a:xfrm>
            <a:off x="889819" y="-70194"/>
            <a:ext cx="10412361" cy="2899030"/>
          </a:xfrm>
        </p:spPr>
        <p:txBody>
          <a:bodyPr>
            <a:noAutofit/>
          </a:bodyPr>
          <a:lstStyle/>
          <a:p>
            <a:r>
              <a:rPr lang="en-GB" sz="8000" b="1" dirty="0"/>
              <a:t>DATABASE MANAGEMENT SYSTEM </a:t>
            </a:r>
            <a:endParaRPr lang="en-IN" sz="8000" b="1" dirty="0"/>
          </a:p>
        </p:txBody>
      </p:sp>
      <p:sp>
        <p:nvSpPr>
          <p:cNvPr id="3" name="Subtitle 2">
            <a:extLst>
              <a:ext uri="{FF2B5EF4-FFF2-40B4-BE49-F238E27FC236}">
                <a16:creationId xmlns:a16="http://schemas.microsoft.com/office/drawing/2014/main" id="{0C5469B3-C27B-438A-62A6-0AED5FC77225}"/>
              </a:ext>
            </a:extLst>
          </p:cNvPr>
          <p:cNvSpPr>
            <a:spLocks noGrp="1"/>
          </p:cNvSpPr>
          <p:nvPr>
            <p:ph type="subTitle" idx="1"/>
          </p:nvPr>
        </p:nvSpPr>
        <p:spPr>
          <a:xfrm>
            <a:off x="1206909" y="3053037"/>
            <a:ext cx="9778181" cy="1200328"/>
          </a:xfrm>
        </p:spPr>
        <p:txBody>
          <a:bodyPr>
            <a:noAutofit/>
          </a:bodyPr>
          <a:lstStyle/>
          <a:p>
            <a:r>
              <a:rPr lang="en-GB" sz="3600" dirty="0"/>
              <a:t>Topic:</a:t>
            </a:r>
          </a:p>
          <a:p>
            <a:r>
              <a:rPr lang="en-GB" sz="3600" dirty="0"/>
              <a:t>PHARMACY MANAGEMENT SYSTEM</a:t>
            </a:r>
          </a:p>
        </p:txBody>
      </p:sp>
      <p:sp>
        <p:nvSpPr>
          <p:cNvPr id="5" name="TextBox 4">
            <a:extLst>
              <a:ext uri="{FF2B5EF4-FFF2-40B4-BE49-F238E27FC236}">
                <a16:creationId xmlns:a16="http://schemas.microsoft.com/office/drawing/2014/main" id="{B456463C-A105-DE8D-B47B-2A718BA8CFFC}"/>
              </a:ext>
            </a:extLst>
          </p:cNvPr>
          <p:cNvSpPr txBox="1"/>
          <p:nvPr/>
        </p:nvSpPr>
        <p:spPr>
          <a:xfrm>
            <a:off x="2939844" y="5351385"/>
            <a:ext cx="6312310" cy="1200329"/>
          </a:xfrm>
          <a:prstGeom prst="rect">
            <a:avLst/>
          </a:prstGeom>
          <a:noFill/>
        </p:spPr>
        <p:txBody>
          <a:bodyPr wrap="square" rtlCol="0">
            <a:spAutoFit/>
          </a:bodyPr>
          <a:lstStyle/>
          <a:p>
            <a:pPr algn="ctr"/>
            <a:r>
              <a:rPr lang="en-GB" dirty="0"/>
              <a:t>By:</a:t>
            </a:r>
          </a:p>
          <a:p>
            <a:pPr algn="ctr"/>
            <a:r>
              <a:rPr lang="en-GB" dirty="0"/>
              <a:t>-SARANSH DUTTA (RA2411003021013)</a:t>
            </a:r>
          </a:p>
          <a:p>
            <a:pPr algn="ctr"/>
            <a:r>
              <a:rPr lang="en-GB" dirty="0"/>
              <a:t>-NILESH PANDEY (RA2411003021024)</a:t>
            </a:r>
            <a:br>
              <a:rPr lang="en-GB" dirty="0"/>
            </a:br>
            <a:r>
              <a:rPr lang="en-GB" dirty="0"/>
              <a:t>-HARSHIT (RA2411003021026)</a:t>
            </a:r>
            <a:endParaRPr lang="en-IN" dirty="0"/>
          </a:p>
        </p:txBody>
      </p:sp>
      <p:pic>
        <p:nvPicPr>
          <p:cNvPr id="4098" name="Picture 2" descr="From Billing to Compliance: Features That Power Smart Pharmacies">
            <a:extLst>
              <a:ext uri="{FF2B5EF4-FFF2-40B4-BE49-F238E27FC236}">
                <a16:creationId xmlns:a16="http://schemas.microsoft.com/office/drawing/2014/main" id="{DAF56155-C7F1-FE90-6303-6D08ADCD3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 y="2930615"/>
            <a:ext cx="3923393" cy="219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948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55F3C-DE39-2D7E-D0FA-6A60054F1F4F}"/>
              </a:ext>
            </a:extLst>
          </p:cNvPr>
          <p:cNvSpPr>
            <a:spLocks noGrp="1"/>
          </p:cNvSpPr>
          <p:nvPr>
            <p:ph type="title"/>
          </p:nvPr>
        </p:nvSpPr>
        <p:spPr>
          <a:xfrm>
            <a:off x="1030287" y="343105"/>
            <a:ext cx="10131425" cy="1456267"/>
          </a:xfrm>
        </p:spPr>
        <p:txBody>
          <a:bodyPr/>
          <a:lstStyle/>
          <a:p>
            <a:pPr algn="ctr"/>
            <a:r>
              <a:rPr lang="en-GB" sz="5000" b="1" dirty="0"/>
              <a:t>ABSTRACT</a:t>
            </a:r>
            <a:r>
              <a:rPr lang="en-GB" dirty="0"/>
              <a:t> </a:t>
            </a:r>
            <a:endParaRPr lang="en-IN" dirty="0"/>
          </a:p>
        </p:txBody>
      </p:sp>
      <p:sp>
        <p:nvSpPr>
          <p:cNvPr id="3" name="Content Placeholder 2">
            <a:extLst>
              <a:ext uri="{FF2B5EF4-FFF2-40B4-BE49-F238E27FC236}">
                <a16:creationId xmlns:a16="http://schemas.microsoft.com/office/drawing/2014/main" id="{6ABFA362-F3BC-F897-E3FB-ED3C8BC0AB9A}"/>
              </a:ext>
            </a:extLst>
          </p:cNvPr>
          <p:cNvSpPr>
            <a:spLocks noGrp="1"/>
          </p:cNvSpPr>
          <p:nvPr>
            <p:ph idx="1"/>
          </p:nvPr>
        </p:nvSpPr>
        <p:spPr>
          <a:xfrm>
            <a:off x="12771119" y="2704895"/>
            <a:ext cx="1830531" cy="262734"/>
          </a:xfrm>
        </p:spPr>
        <p:txBody>
          <a:bodyPr>
            <a:normAutofit fontScale="70000" lnSpcReduction="20000"/>
          </a:bodyPr>
          <a:lstStyle/>
          <a:p>
            <a:pPr algn="ctr"/>
            <a:endParaRPr lang="en-IN" dirty="0"/>
          </a:p>
        </p:txBody>
      </p:sp>
      <p:sp>
        <p:nvSpPr>
          <p:cNvPr id="5" name="Rectangle 2">
            <a:extLst>
              <a:ext uri="{FF2B5EF4-FFF2-40B4-BE49-F238E27FC236}">
                <a16:creationId xmlns:a16="http://schemas.microsoft.com/office/drawing/2014/main" id="{E5CE6555-0202-51F9-9AD8-011F240E4BF6}"/>
              </a:ext>
            </a:extLst>
          </p:cNvPr>
          <p:cNvSpPr>
            <a:spLocks noChangeArrowheads="1"/>
          </p:cNvSpPr>
          <p:nvPr/>
        </p:nvSpPr>
        <p:spPr bwMode="auto">
          <a:xfrm>
            <a:off x="685801" y="1799372"/>
            <a:ext cx="10820398"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This project implements a </a:t>
            </a:r>
            <a:r>
              <a:rPr kumimoji="0" lang="en-US" altLang="en-US" sz="2000" b="1" i="0" u="none" strike="noStrike" cap="none" normalizeH="0" baseline="0" dirty="0">
                <a:ln>
                  <a:noFill/>
                </a:ln>
                <a:solidFill>
                  <a:schemeClr val="tx1"/>
                </a:solidFill>
                <a:effectLst/>
                <a:latin typeface="Arial" panose="020B0604020202020204" pitchFamily="34" charset="0"/>
              </a:rPr>
              <a:t>Pharmacy Management System</a:t>
            </a:r>
            <a:r>
              <a:rPr kumimoji="0" lang="en-US" altLang="en-US" sz="2000" b="0" i="0" u="none" strike="noStrike" cap="none" normalizeH="0" baseline="0" dirty="0">
                <a:ln>
                  <a:noFill/>
                </a:ln>
                <a:solidFill>
                  <a:schemeClr val="tx1"/>
                </a:solidFill>
                <a:effectLst/>
                <a:latin typeface="Arial" panose="020B0604020202020204" pitchFamily="34" charset="0"/>
              </a:rPr>
              <a:t> using Python and </a:t>
            </a:r>
            <a:r>
              <a:rPr kumimoji="0" lang="en-US" altLang="en-US" sz="2000" b="0" i="0" u="none" strike="noStrike" cap="none" normalizeH="0" baseline="0" dirty="0" err="1">
                <a:ln>
                  <a:noFill/>
                </a:ln>
                <a:solidFill>
                  <a:schemeClr val="tx1"/>
                </a:solidFill>
                <a:effectLst/>
                <a:latin typeface="Arial" panose="020B0604020202020204" pitchFamily="34" charset="0"/>
              </a:rPr>
              <a:t>Tkinter</a:t>
            </a:r>
            <a:r>
              <a:rPr kumimoji="0" lang="en-US" altLang="en-US" sz="2000" b="0" i="0" u="none" strike="noStrike" cap="none" normalizeH="0" baseline="0" dirty="0">
                <a:ln>
                  <a:noFill/>
                </a:ln>
                <a:solidFill>
                  <a:schemeClr val="tx1"/>
                </a:solidFill>
                <a:effectLst/>
                <a:latin typeface="Arial" panose="020B0604020202020204" pitchFamily="34" charset="0"/>
              </a:rPr>
              <a:t>, designed to streamline and digitize the daily operations of small and medium-scale pharmacy businesses. The graphical user interface (GUI) provides an intuitive and user-friendly platform for managing pharmacy records efficiently. The system supports the input, storage, updating, and deletion of patient details and prescription data in a structured and organized manner.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By automating record management, the application significantly reduces manual paperwork, minimizes human errors, and improves overall data accuracy. It ensures quick access to patient information, enhances prescription tracking, and simplifies administrative tasks. The system also promotes better data organization and retrieval, enabling pharmacists to manage operations more effectively.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Overall, this Pharmacy Management System offers a reliable, secure, and efficient solution for handling pharmacy records, improving workflow efficiency, and supporting better healthcare service delivery in small pharmacy environments.</a:t>
            </a:r>
          </a:p>
        </p:txBody>
      </p:sp>
    </p:spTree>
    <p:extLst>
      <p:ext uri="{BB962C8B-B14F-4D97-AF65-F5344CB8AC3E}">
        <p14:creationId xmlns:p14="http://schemas.microsoft.com/office/powerpoint/2010/main" val="4119687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5E3B-5F78-6C7B-CB77-039CA0C7E4E5}"/>
              </a:ext>
            </a:extLst>
          </p:cNvPr>
          <p:cNvSpPr>
            <a:spLocks noGrp="1"/>
          </p:cNvSpPr>
          <p:nvPr>
            <p:ph type="title"/>
          </p:nvPr>
        </p:nvSpPr>
        <p:spPr/>
        <p:txBody>
          <a:bodyPr/>
          <a:lstStyle/>
          <a:p>
            <a:pPr algn="ctr"/>
            <a:r>
              <a:rPr lang="en-GB" dirty="0"/>
              <a:t>PROBLEM STATEMENT</a:t>
            </a:r>
            <a:endParaRPr lang="en-IN" dirty="0"/>
          </a:p>
        </p:txBody>
      </p:sp>
      <p:sp>
        <p:nvSpPr>
          <p:cNvPr id="4" name="Rectangle 1">
            <a:extLst>
              <a:ext uri="{FF2B5EF4-FFF2-40B4-BE49-F238E27FC236}">
                <a16:creationId xmlns:a16="http://schemas.microsoft.com/office/drawing/2014/main" id="{0A8400B5-0CC1-DA93-1421-8395C5FEA926}"/>
              </a:ext>
            </a:extLst>
          </p:cNvPr>
          <p:cNvSpPr>
            <a:spLocks noGrp="1" noChangeArrowheads="1"/>
          </p:cNvSpPr>
          <p:nvPr>
            <p:ph idx="1"/>
          </p:nvPr>
        </p:nvSpPr>
        <p:spPr bwMode="auto">
          <a:xfrm>
            <a:off x="685801" y="2012254"/>
            <a:ext cx="8656537"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1"/>
                </a:solidFill>
                <a:effectLst/>
                <a:latin typeface="Arial" panose="020B0604020202020204" pitchFamily="34" charset="0"/>
              </a:rPr>
              <a:t>Problems with Manual Record Keeping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Time-consuming and difficult to maintain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Errors due to handwriting and duplicate entries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Slow data retrieval and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Limited scalability for daily transactions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1"/>
                </a:solidFill>
                <a:effectLst/>
                <a:latin typeface="Arial" panose="020B0604020202020204" pitchFamily="34" charset="0"/>
              </a:rPr>
              <a:t>Proposed Solution: Pharmacy Management System</a:t>
            </a:r>
            <a:endParaRPr kumimoji="0" lang="en-US" altLang="en-US" sz="900" b="1"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Digital system to manage patient, prescription, and medicine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Reduces paperwork and improves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Fast and organized data storage and retrieval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1"/>
                </a:solidFill>
                <a:effectLst/>
                <a:latin typeface="Arial" panose="020B0604020202020204" pitchFamily="34" charset="0"/>
              </a:rPr>
              <a:t>Technology Stack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Python</a:t>
            </a:r>
            <a:r>
              <a:rPr kumimoji="0" lang="en-US" altLang="en-US" sz="1600" b="0" i="0" u="none" strike="noStrike" cap="none" normalizeH="0" baseline="0" dirty="0">
                <a:ln>
                  <a:noFill/>
                </a:ln>
                <a:solidFill>
                  <a:schemeClr val="tx1"/>
                </a:solidFill>
                <a:effectLst/>
                <a:latin typeface="Arial" panose="020B0604020202020204" pitchFamily="34" charset="0"/>
              </a:rPr>
              <a:t> – Simple, powerful programming language used for backend logic and data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Tkinter</a:t>
            </a:r>
            <a:r>
              <a:rPr kumimoji="0" lang="en-US" altLang="en-US" sz="1600" b="0" i="0" u="none" strike="noStrike" cap="none" normalizeH="0" baseline="0" dirty="0">
                <a:ln>
                  <a:noFill/>
                </a:ln>
                <a:solidFill>
                  <a:schemeClr val="tx1"/>
                </a:solidFill>
                <a:effectLst/>
                <a:latin typeface="Arial" panose="020B0604020202020204" pitchFamily="34" charset="0"/>
              </a:rPr>
              <a:t> – Built-in Python GUI library used to create a user-friendly interface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system provides a cost-effective and efficient solution for small pharmacy operations.</a:t>
            </a:r>
          </a:p>
        </p:txBody>
      </p:sp>
      <p:pic>
        <p:nvPicPr>
          <p:cNvPr id="2051" name="Picture 3" descr="Python">
            <a:extLst>
              <a:ext uri="{FF2B5EF4-FFF2-40B4-BE49-F238E27FC236}">
                <a16:creationId xmlns:a16="http://schemas.microsoft.com/office/drawing/2014/main" id="{671E1D9C-7A2A-E4F3-7B7C-9712455044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5508" y="2065867"/>
            <a:ext cx="2671636" cy="1502796"/>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GUI Programming with Python Tkinter | by Pramodani Jayakodi | Medium">
            <a:extLst>
              <a:ext uri="{FF2B5EF4-FFF2-40B4-BE49-F238E27FC236}">
                <a16:creationId xmlns:a16="http://schemas.microsoft.com/office/drawing/2014/main" id="{BFF431FF-371C-C5A5-AB94-AFF85C45E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5967" y="4296796"/>
            <a:ext cx="2421177" cy="1456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3234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302CC-F7EA-2CB3-3567-AA216C1774F8}"/>
              </a:ext>
            </a:extLst>
          </p:cNvPr>
          <p:cNvSpPr>
            <a:spLocks noGrp="1"/>
          </p:cNvSpPr>
          <p:nvPr>
            <p:ph type="title"/>
          </p:nvPr>
        </p:nvSpPr>
        <p:spPr/>
        <p:txBody>
          <a:bodyPr/>
          <a:lstStyle/>
          <a:p>
            <a:pPr algn="ctr"/>
            <a:r>
              <a:rPr lang="en-IN" sz="4000" b="1" dirty="0"/>
              <a:t>Technology Stack</a:t>
            </a:r>
            <a:br>
              <a:rPr lang="en-IN" sz="4000" b="1" dirty="0"/>
            </a:br>
            <a:endParaRPr lang="en-IN" dirty="0"/>
          </a:p>
        </p:txBody>
      </p:sp>
      <p:sp>
        <p:nvSpPr>
          <p:cNvPr id="3" name="Content Placeholder 2">
            <a:extLst>
              <a:ext uri="{FF2B5EF4-FFF2-40B4-BE49-F238E27FC236}">
                <a16:creationId xmlns:a16="http://schemas.microsoft.com/office/drawing/2014/main" id="{53BFEF4E-0877-F69E-4CD4-9EC30949A031}"/>
              </a:ext>
            </a:extLst>
          </p:cNvPr>
          <p:cNvSpPr>
            <a:spLocks noGrp="1"/>
          </p:cNvSpPr>
          <p:nvPr>
            <p:ph idx="1"/>
          </p:nvPr>
        </p:nvSpPr>
        <p:spPr>
          <a:xfrm>
            <a:off x="15011400" y="5151120"/>
            <a:ext cx="2480946" cy="76200"/>
          </a:xfrm>
        </p:spPr>
        <p:txBody>
          <a:bodyPr>
            <a:normAutofit fontScale="25000" lnSpcReduction="20000"/>
          </a:bodyPr>
          <a:lstStyle/>
          <a:p>
            <a:endParaRPr lang="en-IN" dirty="0"/>
          </a:p>
        </p:txBody>
      </p:sp>
      <p:sp>
        <p:nvSpPr>
          <p:cNvPr id="4" name="Rectangle 3">
            <a:extLst>
              <a:ext uri="{FF2B5EF4-FFF2-40B4-BE49-F238E27FC236}">
                <a16:creationId xmlns:a16="http://schemas.microsoft.com/office/drawing/2014/main" id="{82ADB151-EB69-EEBD-258D-CCE343D33FC9}"/>
              </a:ext>
            </a:extLst>
          </p:cNvPr>
          <p:cNvSpPr>
            <a:spLocks noChangeArrowheads="1"/>
          </p:cNvSpPr>
          <p:nvPr/>
        </p:nvSpPr>
        <p:spPr bwMode="auto">
          <a:xfrm>
            <a:off x="854980" y="2080188"/>
            <a:ext cx="979306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Python</a:t>
            </a:r>
            <a:endParaRPr kumimoji="0" lang="en-US" altLang="en-US" sz="5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High-level and easy-to-understand programming language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to implement system logic, data handling, and overall functionality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Tkinter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Built-in Python library for creating graphical user interfaces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to design forms, buttons, labels, and input fields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Ttk</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Treeview</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Advanced </a:t>
            </a:r>
            <a:r>
              <a:rPr kumimoji="0" lang="en-US" altLang="en-US" sz="1800" b="0" i="0" u="none" strike="noStrike" cap="none" normalizeH="0" baseline="0" dirty="0" err="1">
                <a:ln>
                  <a:noFill/>
                </a:ln>
                <a:solidFill>
                  <a:schemeClr val="tx1"/>
                </a:solidFill>
                <a:effectLst/>
                <a:latin typeface="Arial" panose="020B0604020202020204" pitchFamily="34" charset="0"/>
              </a:rPr>
              <a:t>Tkinter</a:t>
            </a:r>
            <a:r>
              <a:rPr kumimoji="0" lang="en-US" altLang="en-US" sz="1800" b="0" i="0" u="none" strike="noStrike" cap="none" normalizeH="0" baseline="0" dirty="0">
                <a:ln>
                  <a:noFill/>
                </a:ln>
                <a:solidFill>
                  <a:schemeClr val="tx1"/>
                </a:solidFill>
                <a:effectLst/>
                <a:latin typeface="Arial" panose="020B0604020202020204" pitchFamily="34" charset="0"/>
              </a:rPr>
              <a:t> widget for displaying data in tabular form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to show patient, prescription, and medicine records in structured rows and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Datetime</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Python module for handling date and time operations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to record prescription dates, billing dates, and transaction timestamps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93686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30</TotalTime>
  <Words>383</Words>
  <Application>Microsoft Office PowerPoint</Application>
  <PresentationFormat>Widescreen</PresentationFormat>
  <Paragraphs>40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Celestial</vt:lpstr>
      <vt:lpstr>DATABASE MANAGEMENT SYSTEM </vt:lpstr>
      <vt:lpstr>ABSTRACT </vt:lpstr>
      <vt:lpstr>PROBLEM STATEMENT</vt:lpstr>
      <vt:lpstr>Technology Stack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Saransh Dutta</dc:creator>
  <cp:lastModifiedBy>Saransh Dutta</cp:lastModifiedBy>
  <cp:revision>1</cp:revision>
  <dcterms:created xsi:type="dcterms:W3CDTF">2026-02-19T05:58:41Z</dcterms:created>
  <dcterms:modified xsi:type="dcterms:W3CDTF">2026-02-19T06:28:43Z</dcterms:modified>
</cp:coreProperties>
</file>